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1811000" cy="16649700"/>
  <p:notesSz cx="6858000" cy="9144000"/>
  <p:embeddedFontLst>
    <p:embeddedFont>
      <p:font typeface="New Icon Script" charset="1" panose="00000000000000000000"/>
      <p:regular r:id="rId7"/>
    </p:embeddedFont>
    <p:embeddedFont>
      <p:font typeface="Cormorant Garamond" charset="1" panose="00000500000000000000"/>
      <p:regular r:id="rId8"/>
    </p:embeddedFont>
    <p:embeddedFont>
      <p:font typeface="Cormorant Garamond Bold" charset="1" panose="000008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419350" y="2419350"/>
            <a:ext cx="16649700" cy="11811000"/>
          </a:xfrm>
          <a:custGeom>
            <a:avLst/>
            <a:gdLst/>
            <a:ahLst/>
            <a:cxnLst/>
            <a:rect r="r" b="b" t="t" l="l"/>
            <a:pathLst>
              <a:path h="11811000" w="16649700">
                <a:moveTo>
                  <a:pt x="16649700" y="0"/>
                </a:moveTo>
                <a:lnTo>
                  <a:pt x="16649700" y="11811000"/>
                </a:lnTo>
                <a:lnTo>
                  <a:pt x="0" y="11811000"/>
                </a:lnTo>
                <a:lnTo>
                  <a:pt x="0" y="0"/>
                </a:lnTo>
                <a:lnTo>
                  <a:pt x="16649700" y="0"/>
                </a:lnTo>
                <a:close/>
              </a:path>
            </a:pathLst>
          </a:custGeom>
          <a:blipFill>
            <a:blip r:embed="rId2"/>
            <a:stretch>
              <a:fillRect l="-7393" t="-9787" r="-5905" b="-1152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6715670" y="11251580"/>
            <a:ext cx="2416225" cy="0"/>
          </a:xfrm>
          <a:prstGeom prst="line">
            <a:avLst/>
          </a:prstGeom>
          <a:ln cap="rnd" w="28575">
            <a:solidFill>
              <a:srgbClr val="B458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6715670" y="12058435"/>
            <a:ext cx="2416225" cy="0"/>
          </a:xfrm>
          <a:prstGeom prst="line">
            <a:avLst/>
          </a:prstGeom>
          <a:ln cap="rnd" w="28575">
            <a:solidFill>
              <a:srgbClr val="B458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542301" y="11251580"/>
            <a:ext cx="2416225" cy="0"/>
          </a:xfrm>
          <a:prstGeom prst="line">
            <a:avLst/>
          </a:prstGeom>
          <a:ln cap="rnd" w="28575">
            <a:solidFill>
              <a:srgbClr val="B458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542301" y="12058435"/>
            <a:ext cx="2416225" cy="0"/>
          </a:xfrm>
          <a:prstGeom prst="line">
            <a:avLst/>
          </a:prstGeom>
          <a:ln cap="rnd" w="28575">
            <a:solidFill>
              <a:srgbClr val="B458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4384364" y="5515015"/>
            <a:ext cx="3845817" cy="289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6"/>
              </a:lnSpc>
            </a:pPr>
            <a:r>
              <a:rPr lang="en-US" sz="25382">
                <a:solidFill>
                  <a:srgbClr val="B45863">
                    <a:alpha val="16863"/>
                  </a:srgbClr>
                </a:solidFill>
                <a:latin typeface="New Icon Script"/>
                <a:ea typeface="New Icon Script"/>
                <a:cs typeface="New Icon Script"/>
                <a:sym typeface="New Icon Script"/>
              </a:rPr>
              <a:t>&amp;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64641" y="7267061"/>
            <a:ext cx="7881719" cy="1447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9"/>
              </a:lnSpc>
            </a:pPr>
            <a:r>
              <a:rPr lang="en-US" sz="12874">
                <a:solidFill>
                  <a:srgbClr val="B45863"/>
                </a:solidFill>
                <a:latin typeface="New Icon Script"/>
                <a:ea typeface="New Icon Script"/>
                <a:cs typeface="New Icon Script"/>
                <a:sym typeface="New Icon Script"/>
              </a:rPr>
              <a:t>Francois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78049" y="9443038"/>
            <a:ext cx="7454903" cy="12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903">
                <a:solidFill>
                  <a:srgbClr val="27272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BOUND BY HEART, SEALED WITH FAITH — WE’RE SAYING “I DO” TO FOREVER.</a:t>
            </a:r>
          </a:p>
          <a:p>
            <a:pPr algn="ctr" marL="0" indent="0" lvl="0">
              <a:lnSpc>
                <a:spcPts val="348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247842" y="11364597"/>
            <a:ext cx="3005142" cy="52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16"/>
              </a:lnSpc>
              <a:spcBef>
                <a:spcPct val="0"/>
              </a:spcBef>
            </a:pPr>
            <a:r>
              <a:rPr lang="en-US" sz="3011" spc="451">
                <a:solidFill>
                  <a:srgbClr val="27272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SAT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84130" y="12980610"/>
            <a:ext cx="7642740" cy="420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76"/>
              </a:lnSpc>
              <a:spcBef>
                <a:spcPct val="0"/>
              </a:spcBef>
            </a:pPr>
            <a:r>
              <a:rPr lang="en-US" sz="2896" u="none">
                <a:solidFill>
                  <a:srgbClr val="27272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123 Anywhere St., Any City, ST 12345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57661" y="3744036"/>
            <a:ext cx="6295677" cy="1466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99"/>
              </a:lnSpc>
              <a:spcBef>
                <a:spcPct val="0"/>
              </a:spcBef>
            </a:pPr>
            <a:r>
              <a:rPr lang="en-US" sz="12874">
                <a:solidFill>
                  <a:srgbClr val="B45863"/>
                </a:solidFill>
                <a:latin typeface="New Icon Script"/>
                <a:ea typeface="New Icon Script"/>
                <a:cs typeface="New Icon Script"/>
                <a:sym typeface="New Icon Script"/>
              </a:rPr>
              <a:t>Juliana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78825" y="10608716"/>
            <a:ext cx="3145592" cy="52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6"/>
              </a:lnSpc>
              <a:spcBef>
                <a:spcPct val="0"/>
              </a:spcBef>
            </a:pPr>
            <a:r>
              <a:rPr lang="en-US" b="true" sz="3011" spc="451">
                <a:solidFill>
                  <a:srgbClr val="27272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FEB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84406" y="11364597"/>
            <a:ext cx="3278751" cy="52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6"/>
              </a:lnSpc>
              <a:spcBef>
                <a:spcPct val="0"/>
              </a:spcBef>
            </a:pPr>
            <a:r>
              <a:rPr lang="en-US" sz="3011" spc="451">
                <a:solidFill>
                  <a:srgbClr val="27272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AT 9 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67734" y="12244244"/>
            <a:ext cx="1480118" cy="52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6"/>
              </a:lnSpc>
              <a:spcBef>
                <a:spcPct val="0"/>
              </a:spcBef>
            </a:pPr>
            <a:r>
              <a:rPr lang="en-US" b="true" sz="3011" spc="451">
                <a:solidFill>
                  <a:srgbClr val="27272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2030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91002" y="11036099"/>
            <a:ext cx="1480118" cy="108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1"/>
              </a:lnSpc>
              <a:spcBef>
                <a:spcPct val="0"/>
              </a:spcBef>
            </a:pPr>
            <a:r>
              <a:rPr lang="en-US" b="true" sz="6429" spc="964">
                <a:solidFill>
                  <a:srgbClr val="B45863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DAHOPbgfJ5c</dc:identifier>
  <dcterms:modified xsi:type="dcterms:W3CDTF">2011-08-01T06:04:30Z</dcterms:modified>
  <cp:revision>1</cp:revision>
  <dc:title>Red Green Floral Bordered Wedding Virtual Invitation</dc:title>
</cp:coreProperties>
</file>